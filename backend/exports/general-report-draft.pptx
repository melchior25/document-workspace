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804672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68680" y="9144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WORKSPACE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94360" y="5943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9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General Report Draft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12648" y="11430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Based on General Report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68680" y="1920240"/>
            <a:ext cx="676656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4440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generation request was prepared from prompt input.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41605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Generated on 24/04/2026, 21:49:27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83210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77724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713232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722376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440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generation request was prepared from prompt input.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4343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Workspace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83210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77724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Content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713232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722376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440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4343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Workspace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411480"/>
            <a:ext cx="8321040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77240" y="77724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91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Notes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7132320" cy="0"/>
          </a:xfrm>
          <a:prstGeom prst="line">
            <a:avLst/>
          </a:prstGeom>
          <a:noFill/>
          <a:ln w="12700">
            <a:solidFill>
              <a:srgbClr val="E7E5E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00200"/>
            <a:ext cx="7223760" cy="2468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44403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final corrections, important highlights, and implementation notes here.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43434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8A29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Workspace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Document Workspace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 Report Draft</dc:title>
  <dc:subject>General Report</dc:subject>
  <dc:creator>Document Workspace</dc:creator>
  <cp:lastModifiedBy>Document Workspace</cp:lastModifiedBy>
  <cp:revision>1</cp:revision>
  <dcterms:created xsi:type="dcterms:W3CDTF">2026-04-25T00:49:27Z</dcterms:created>
  <dcterms:modified xsi:type="dcterms:W3CDTF">2026-04-25T00:49:27Z</dcterms:modified>
</cp:coreProperties>
</file>